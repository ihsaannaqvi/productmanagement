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Barlow" panose="00000500000000000000" pitchFamily="2" charset="0"/>
      <p:regular r:id="rId14"/>
      <p:bold r:id="rId15"/>
    </p:embeddedFont>
    <p:embeddedFont>
      <p:font typeface="Barlow Bold" panose="00000800000000000000" pitchFamily="2" charset="0"/>
      <p:bold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26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99858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Building Web Applications with ASP.NET Core MVC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740468"/>
            <a:ext cx="572833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Session 3: Introduction to ASP.NET Core MVC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350437" y="4546163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05-April-2025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50437" y="5817513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3C383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68716" y="5799058"/>
            <a:ext cx="3798689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by Syed Ihsaan Abbas Naqvi</a:t>
            </a:r>
            <a:endParaRPr lang="en-US" sz="2400" dirty="0"/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E8AA440E-B809-78BD-FE67-CBA6FB9A2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637" y="5799058"/>
            <a:ext cx="516004" cy="5160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691515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Session Overview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2025253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3546" y="2097167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7152680" y="202525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MVC Architecture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152680" y="2516267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Framework for building web apps using Model-View-Controller pattern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437" y="3830836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3546" y="3902750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7152680" y="383083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Components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7152680" y="4321850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Models, Views, Controllers explained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50437" y="5241369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3546" y="5313283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7152680" y="524136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Routing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7152680" y="573238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How requests map to controllers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350437" y="6651903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0912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3546" y="6723817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152680" y="665190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Implementation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152680" y="7142917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Creating a product listing app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93746"/>
            <a:ext cx="820638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ASP.NET Core MVC Architecture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140" y="2573298"/>
            <a:ext cx="2128838" cy="137969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966" y="3215997"/>
            <a:ext cx="347186" cy="4339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00794" y="2820114"/>
            <a:ext cx="303407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Separation of Concerns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400794" y="3311128"/>
            <a:ext cx="303407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More maintainable code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5215652" y="3968591"/>
            <a:ext cx="8489037" cy="15240"/>
          </a:xfrm>
          <a:prstGeom prst="roundRect">
            <a:avLst>
              <a:gd name="adj" fmla="val 2430000"/>
            </a:avLst>
          </a:prstGeom>
          <a:solidFill>
            <a:srgbClr val="16FFBB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721" y="4014668"/>
            <a:ext cx="4257675" cy="137969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966" y="4487466"/>
            <a:ext cx="347186" cy="43398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65213" y="4261485"/>
            <a:ext cx="28124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Dependency Injection</a:t>
            </a:r>
            <a:endParaRPr lang="en-US" sz="2150" dirty="0"/>
          </a:p>
        </p:txBody>
      </p:sp>
      <p:sp>
        <p:nvSpPr>
          <p:cNvPr id="11" name="Text 5"/>
          <p:cNvSpPr/>
          <p:nvPr/>
        </p:nvSpPr>
        <p:spPr>
          <a:xfrm>
            <a:off x="6465213" y="4752499"/>
            <a:ext cx="281249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Built-in support</a:t>
            </a:r>
            <a:endParaRPr lang="en-US" sz="1900" dirty="0"/>
          </a:p>
        </p:txBody>
      </p:sp>
      <p:sp>
        <p:nvSpPr>
          <p:cNvPr id="12" name="Shape 6"/>
          <p:cNvSpPr/>
          <p:nvPr/>
        </p:nvSpPr>
        <p:spPr>
          <a:xfrm>
            <a:off x="6280071" y="5409962"/>
            <a:ext cx="7424618" cy="15240"/>
          </a:xfrm>
          <a:prstGeom prst="roundRect">
            <a:avLst>
              <a:gd name="adj" fmla="val 2430000"/>
            </a:avLst>
          </a:prstGeom>
          <a:solidFill>
            <a:srgbClr val="29DDDA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83" y="5456039"/>
            <a:ext cx="6386632" cy="1379696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5847" y="5928836"/>
            <a:ext cx="347186" cy="43398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29632" y="5702856"/>
            <a:ext cx="26455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Middleware Pipeline</a:t>
            </a:r>
            <a:endParaRPr lang="en-US" sz="2150" dirty="0"/>
          </a:p>
        </p:txBody>
      </p:sp>
      <p:sp>
        <p:nvSpPr>
          <p:cNvPr id="16" name="Text 8"/>
          <p:cNvSpPr/>
          <p:nvPr/>
        </p:nvSpPr>
        <p:spPr>
          <a:xfrm>
            <a:off x="7529632" y="6193869"/>
            <a:ext cx="264556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Request processing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46377"/>
            <a:ext cx="861202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Understanding MVC Components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7492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338995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Application data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82036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logic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530173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Validation rules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372695" y="37492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View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5372695" y="4338995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UI presentation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72695" y="482036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Razor syntax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372695" y="530173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Displays data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81354" y="37492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Controller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9881354" y="4338995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Handles input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881354" y="482036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Application logic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881354" y="530173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Returns views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364813"/>
            <a:ext cx="617339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Routing in ASP.NET Core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37" y="2420898"/>
            <a:ext cx="1234440" cy="14812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55161" y="266771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URL Request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955161" y="3158728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/Product/Details/5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437" y="3902154"/>
            <a:ext cx="1234440" cy="14812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55161" y="414897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Route Pattern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955161" y="4639985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{controller}/{action}/{id?}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437" y="5383411"/>
            <a:ext cx="1234440" cy="14812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55161" y="563022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Controller Action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955161" y="6121241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ProductController.Details(5)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4147" y="634127"/>
            <a:ext cx="5042773" cy="630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Creating a Model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94147" y="1604605"/>
            <a:ext cx="3664506" cy="1676638"/>
          </a:xfrm>
          <a:prstGeom prst="roundRect">
            <a:avLst>
              <a:gd name="adj" fmla="val 20302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3821" y="1854279"/>
            <a:ext cx="252138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Define Class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43821" y="2305526"/>
            <a:ext cx="3165158" cy="726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Product class in Models folder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1604605"/>
            <a:ext cx="3664506" cy="1676638"/>
          </a:xfrm>
          <a:prstGeom prst="roundRect">
            <a:avLst>
              <a:gd name="adj" fmla="val 20302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5141" y="1854279"/>
            <a:ext cx="252138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Properties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935141" y="2305526"/>
            <a:ext cx="3165158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Id, Name, Price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4147" y="3508058"/>
            <a:ext cx="7555706" cy="1313617"/>
          </a:xfrm>
          <a:prstGeom prst="roundRect">
            <a:avLst>
              <a:gd name="adj" fmla="val 25912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3821" y="3757732"/>
            <a:ext cx="252138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Validation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43821" y="4208978"/>
            <a:ext cx="7056358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 data annotations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4147" y="5076944"/>
            <a:ext cx="7555706" cy="2518410"/>
          </a:xfrm>
          <a:prstGeom prst="roundRect">
            <a:avLst>
              <a:gd name="adj" fmla="val 13516"/>
            </a:avLst>
          </a:prstGeom>
          <a:solidFill>
            <a:srgbClr val="004D36"/>
          </a:solidFill>
          <a:ln/>
        </p:spPr>
      </p:sp>
      <p:sp>
        <p:nvSpPr>
          <p:cNvPr id="14" name="Shape 11"/>
          <p:cNvSpPr/>
          <p:nvPr/>
        </p:nvSpPr>
        <p:spPr>
          <a:xfrm>
            <a:off x="782836" y="5076944"/>
            <a:ext cx="7578328" cy="2518410"/>
          </a:xfrm>
          <a:prstGeom prst="roundRect">
            <a:avLst>
              <a:gd name="adj" fmla="val 1352"/>
            </a:avLst>
          </a:prstGeom>
          <a:solidFill>
            <a:srgbClr val="004D36"/>
          </a:solidFill>
          <a:ln/>
        </p:spPr>
      </p:sp>
      <p:sp>
        <p:nvSpPr>
          <p:cNvPr id="15" name="Text 12"/>
          <p:cNvSpPr/>
          <p:nvPr/>
        </p:nvSpPr>
        <p:spPr>
          <a:xfrm>
            <a:off x="1009650" y="5247084"/>
            <a:ext cx="7124700" cy="2178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highlight>
                  <a:srgbClr val="004D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 {
  public int Id { get; set; }
  public string Name { get; set; }
  public decimal Price { get; set; }
}
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32071"/>
            <a:ext cx="745664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Creating Controller and View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511623"/>
            <a:ext cx="2150269" cy="1379696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578" y="2984421"/>
            <a:ext cx="347186" cy="4339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61122" y="275844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Add Controller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3261122" y="3249454"/>
            <a:ext cx="407027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ProductController in Controllers folder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137654" y="3876080"/>
            <a:ext cx="10505361" cy="15240"/>
          </a:xfrm>
          <a:prstGeom prst="roundRect">
            <a:avLst>
              <a:gd name="adj" fmla="val 2430000"/>
            </a:avLst>
          </a:prstGeom>
          <a:solidFill>
            <a:srgbClr val="16FFBB"/>
          </a:solidFill>
          <a:ln/>
        </p:spPr>
      </p:sp>
      <p:sp>
        <p:nvSpPr>
          <p:cNvPr id="8" name="Shape 5"/>
          <p:cNvSpPr/>
          <p:nvPr/>
        </p:nvSpPr>
        <p:spPr>
          <a:xfrm>
            <a:off x="864037" y="4014668"/>
            <a:ext cx="4300657" cy="1379696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712" y="4487466"/>
            <a:ext cx="347186" cy="4339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11510" y="426148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Define Action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5411510" y="4752499"/>
            <a:ext cx="355080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Index method returns product list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288042" y="5379125"/>
            <a:ext cx="8354973" cy="15240"/>
          </a:xfrm>
          <a:prstGeom prst="roundRect">
            <a:avLst>
              <a:gd name="adj" fmla="val 2430000"/>
            </a:avLst>
          </a:prstGeom>
          <a:solidFill>
            <a:srgbClr val="29DDDA"/>
          </a:solidFill>
          <a:ln/>
        </p:spPr>
      </p:sp>
      <p:sp>
        <p:nvSpPr>
          <p:cNvPr id="13" name="Shape 9"/>
          <p:cNvSpPr/>
          <p:nvPr/>
        </p:nvSpPr>
        <p:spPr>
          <a:xfrm>
            <a:off x="864037" y="5517713"/>
            <a:ext cx="6451163" cy="1379696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966" y="5990511"/>
            <a:ext cx="347186" cy="4339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62017" y="576453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Create View</a:t>
            </a:r>
            <a:endParaRPr lang="en-US" sz="2150" dirty="0"/>
          </a:p>
        </p:txBody>
      </p:sp>
      <p:sp>
        <p:nvSpPr>
          <p:cNvPr id="16" name="Text 11"/>
          <p:cNvSpPr/>
          <p:nvPr/>
        </p:nvSpPr>
        <p:spPr>
          <a:xfrm>
            <a:off x="7562017" y="6255544"/>
            <a:ext cx="329112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Index.cshtml displays products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477447"/>
            <a:ext cx="780335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Entity Framework Approaches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656999"/>
            <a:ext cx="4053840" cy="2505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547104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Database-First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5962055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Generate C# models from an existing database schema.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161" y="2656999"/>
            <a:ext cx="4053959" cy="2505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8161" y="547104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Code-First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88161" y="5962055"/>
            <a:ext cx="405395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the database based on C# classes (models).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404" y="2656999"/>
            <a:ext cx="4053840" cy="25054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5471041"/>
            <a:ext cx="326302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Model-First (Deprecated)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712404" y="5962055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a visual designer to create the database schema and C# models.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67063"/>
            <a:ext cx="64814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Summary and Next Steps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1943814" y="294120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MVC Architecture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3432215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Separation of concerns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611" y="3180517"/>
            <a:ext cx="369332" cy="4617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3386" y="294120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Implementation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9943386" y="3432215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Basic product listing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553" y="3564731"/>
            <a:ext cx="369332" cy="4617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3386" y="538424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Routing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9943386" y="5875258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URL to controller mapping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338" y="5766673"/>
            <a:ext cx="369332" cy="4617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943814" y="518672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Next Steps</a:t>
            </a:r>
            <a:endParaRPr lang="en-US" sz="2150" dirty="0"/>
          </a:p>
        </p:txBody>
      </p:sp>
      <p:sp>
        <p:nvSpPr>
          <p:cNvPr id="16" name="Text 8"/>
          <p:cNvSpPr/>
          <p:nvPr/>
        </p:nvSpPr>
        <p:spPr>
          <a:xfrm>
            <a:off x="864037" y="5677733"/>
            <a:ext cx="382297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Entity Framework, CRUD operations</a:t>
            </a:r>
            <a:endParaRPr lang="en-US" sz="19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7396" y="5382458"/>
            <a:ext cx="369332" cy="4617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72120"/>
            <a:ext cx="610207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Questions and Answers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1951673"/>
            <a:ext cx="4053840" cy="2505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4765715"/>
            <a:ext cx="405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does MVC simplify web app development?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5599628"/>
            <a:ext cx="4053840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MVC promotes separation of concerns, leading to more maintainable code.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161" y="1951673"/>
            <a:ext cx="4053959" cy="2505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8161" y="4765715"/>
            <a:ext cx="4053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are the key components of MVC?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88161" y="5599628"/>
            <a:ext cx="4053959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Models, Views, and Controllers each handle specific aspects of the application.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404" y="1951673"/>
            <a:ext cx="4053840" cy="25054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4765715"/>
            <a:ext cx="405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does routing work in ASP.NET Core?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712404" y="5599628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Routing maps URL requests to specific controller actions.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64037" y="7062430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Feel free to ask any additional questions!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4357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Thank You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123122"/>
            <a:ext cx="4053840" cy="2505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493716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Appreciation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5428178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value your attention and engagement.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161" y="2123122"/>
            <a:ext cx="4053959" cy="2505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8161" y="493716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Teamwork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88161" y="5428178"/>
            <a:ext cx="405395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Grateful for the opportunity to collaborate and share our insights.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404" y="2123122"/>
            <a:ext cx="4053840" cy="25054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493716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Gratitude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712404" y="5428178"/>
            <a:ext cx="405384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Thank you for the time and support.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64037" y="6495931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extend our sincere gratitude for your time, attention, and support throughout this presentation. We hope that the information shared was valuable and insightful.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431</Words>
  <Application>Microsoft Office PowerPoint</Application>
  <PresentationFormat>Custom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Barlow</vt:lpstr>
      <vt:lpstr>Consolas</vt:lpstr>
      <vt:lpstr>Spline Sans Bold</vt:lpstr>
      <vt:lpstr>Barlow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Syed Ihsaan Abbas Naqvi</cp:lastModifiedBy>
  <cp:revision>3</cp:revision>
  <dcterms:created xsi:type="dcterms:W3CDTF">2025-04-02T15:20:31Z</dcterms:created>
  <dcterms:modified xsi:type="dcterms:W3CDTF">2025-04-03T06:39:50Z</dcterms:modified>
</cp:coreProperties>
</file>